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2132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6760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8054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164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4384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6033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395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5223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7130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585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8416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B7DB-CD60-4786-95D5-070FBB1AEC8C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53DDF8-0878-41EF-9ADF-63615E1AD1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5806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bootstrap.com/template/modern-busines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eb.ncyu.edu.tw/~s1112923/final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32000"/>
                    </a14:imgEffect>
                    <a14:imgEffect>
                      <a14:brightnessContrast bright="-12000"/>
                    </a14:imgEffect>
                  </a14:imgLayer>
                </a14:imgProps>
              </a:ext>
            </a:extLst>
          </a:blip>
          <a:srcRect t="14903"/>
          <a:stretch/>
        </p:blipFill>
        <p:spPr>
          <a:xfrm>
            <a:off x="0" y="-62144"/>
            <a:ext cx="12192000" cy="6920144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3388517" y="1967984"/>
            <a:ext cx="5895975" cy="2552700"/>
          </a:xfrm>
          <a:prstGeom prst="rect">
            <a:avLst/>
          </a:prstGeom>
          <a:solidFill>
            <a:schemeClr val="bg1"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/>
          <p:cNvSpPr txBox="1"/>
          <p:nvPr/>
        </p:nvSpPr>
        <p:spPr>
          <a:xfrm>
            <a:off x="2955130" y="2447925"/>
            <a:ext cx="6762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網頁程式設計期末專題</a:t>
            </a:r>
          </a:p>
        </p:txBody>
      </p:sp>
      <p:sp>
        <p:nvSpPr>
          <p:cNvPr id="9" name="文字方塊 8"/>
          <p:cNvSpPr txBox="1"/>
          <p:nvPr/>
        </p:nvSpPr>
        <p:spPr>
          <a:xfrm>
            <a:off x="3876140" y="3517523"/>
            <a:ext cx="16859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第九組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  <p:sp>
        <p:nvSpPr>
          <p:cNvPr id="12" name="矩形 11"/>
          <p:cNvSpPr/>
          <p:nvPr/>
        </p:nvSpPr>
        <p:spPr>
          <a:xfrm>
            <a:off x="5311170" y="3482399"/>
            <a:ext cx="2375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CBF113055 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戴永宸</a:t>
            </a:r>
          </a:p>
        </p:txBody>
      </p:sp>
    </p:spTree>
    <p:extLst>
      <p:ext uri="{BB962C8B-B14F-4D97-AF65-F5344CB8AC3E}">
        <p14:creationId xmlns:p14="http://schemas.microsoft.com/office/powerpoint/2010/main" val="3440347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2438400" y="514350"/>
            <a:ext cx="7391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5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創作動機</a:t>
            </a:r>
          </a:p>
        </p:txBody>
      </p:sp>
      <p:sp>
        <p:nvSpPr>
          <p:cNvPr id="5" name="橢圓 4"/>
          <p:cNvSpPr>
            <a:spLocks noChangeAspect="1"/>
          </p:cNvSpPr>
          <p:nvPr/>
        </p:nvSpPr>
        <p:spPr>
          <a:xfrm>
            <a:off x="942975" y="1685925"/>
            <a:ext cx="1038225" cy="103822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/>
          <p:cNvSpPr txBox="1"/>
          <p:nvPr/>
        </p:nvSpPr>
        <p:spPr>
          <a:xfrm>
            <a:off x="1162049" y="1708487"/>
            <a:ext cx="600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zh-TW" altLang="en-US" sz="6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38400" y="1923930"/>
            <a:ext cx="935355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3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因為我也對鳳山比較了解因此想介紹鳳山</a:t>
            </a:r>
          </a:p>
        </p:txBody>
      </p:sp>
      <p:sp>
        <p:nvSpPr>
          <p:cNvPr id="8" name="橢圓 7"/>
          <p:cNvSpPr>
            <a:spLocks noChangeAspect="1"/>
          </p:cNvSpPr>
          <p:nvPr/>
        </p:nvSpPr>
        <p:spPr>
          <a:xfrm>
            <a:off x="942975" y="3857625"/>
            <a:ext cx="1038225" cy="103822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/>
        </p:nvSpPr>
        <p:spPr>
          <a:xfrm>
            <a:off x="1162049" y="3880187"/>
            <a:ext cx="600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zh-TW" altLang="en-US" sz="6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38400" y="4095630"/>
            <a:ext cx="935355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3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有關鳳山區的相關旅遊資訊以及歷史等雜亂，因此想要整理成一個網站來介紹我的家</a:t>
            </a:r>
          </a:p>
        </p:txBody>
      </p:sp>
    </p:spTree>
    <p:extLst>
      <p:ext uri="{BB962C8B-B14F-4D97-AF65-F5344CB8AC3E}">
        <p14:creationId xmlns:p14="http://schemas.microsoft.com/office/powerpoint/2010/main" val="116872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4485322" y="405884"/>
            <a:ext cx="29546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5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使用套件</a:t>
            </a:r>
          </a:p>
        </p:txBody>
      </p:sp>
      <p:sp>
        <p:nvSpPr>
          <p:cNvPr id="15" name="橢圓 14"/>
          <p:cNvSpPr>
            <a:spLocks noChangeAspect="1"/>
          </p:cNvSpPr>
          <p:nvPr/>
        </p:nvSpPr>
        <p:spPr>
          <a:xfrm>
            <a:off x="942975" y="1685925"/>
            <a:ext cx="1038225" cy="103822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/>
          <p:cNvSpPr txBox="1"/>
          <p:nvPr/>
        </p:nvSpPr>
        <p:spPr>
          <a:xfrm>
            <a:off x="1162049" y="1708487"/>
            <a:ext cx="600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zh-TW" altLang="en-US" sz="6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橢圓 16"/>
          <p:cNvSpPr>
            <a:spLocks noChangeAspect="1"/>
          </p:cNvSpPr>
          <p:nvPr/>
        </p:nvSpPr>
        <p:spPr>
          <a:xfrm>
            <a:off x="942975" y="3295650"/>
            <a:ext cx="1038225" cy="103822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/>
          <p:cNvSpPr txBox="1"/>
          <p:nvPr/>
        </p:nvSpPr>
        <p:spPr>
          <a:xfrm>
            <a:off x="1162049" y="3318212"/>
            <a:ext cx="600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zh-TW" altLang="en-US" sz="6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橢圓 18"/>
          <p:cNvSpPr>
            <a:spLocks noChangeAspect="1"/>
          </p:cNvSpPr>
          <p:nvPr/>
        </p:nvSpPr>
        <p:spPr>
          <a:xfrm>
            <a:off x="942975" y="4905375"/>
            <a:ext cx="1038225" cy="103822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/>
          <p:cNvSpPr txBox="1"/>
          <p:nvPr/>
        </p:nvSpPr>
        <p:spPr>
          <a:xfrm>
            <a:off x="1162049" y="4927937"/>
            <a:ext cx="600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zh-TW" altLang="en-US" sz="6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/>
          <p:cNvSpPr txBox="1"/>
          <p:nvPr/>
        </p:nvSpPr>
        <p:spPr>
          <a:xfrm>
            <a:off x="2600325" y="1881871"/>
            <a:ext cx="622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Boostrap</a:t>
            </a:r>
            <a:endParaRPr lang="zh-TW" altLang="en-US" sz="3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文字方塊 21"/>
          <p:cNvSpPr txBox="1"/>
          <p:nvPr/>
        </p:nvSpPr>
        <p:spPr>
          <a:xfrm>
            <a:off x="2600325" y="3502877"/>
            <a:ext cx="622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>
              <a:defRPr sz="36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 err="1"/>
              <a:t>jquery</a:t>
            </a:r>
            <a:endParaRPr lang="en-US" altLang="zh-TW" dirty="0"/>
          </a:p>
        </p:txBody>
      </p:sp>
      <p:sp>
        <p:nvSpPr>
          <p:cNvPr id="23" name="文字方塊 22"/>
          <p:cNvSpPr txBox="1"/>
          <p:nvPr/>
        </p:nvSpPr>
        <p:spPr>
          <a:xfrm>
            <a:off x="2600325" y="5095308"/>
            <a:ext cx="622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>
              <a:defRPr sz="36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Start </a:t>
            </a:r>
            <a:r>
              <a:rPr lang="en-US" altLang="zh-TW" dirty="0" err="1"/>
              <a:t>Boostrap</a:t>
            </a:r>
            <a:endParaRPr lang="en-US" altLang="zh-TW" dirty="0"/>
          </a:p>
        </p:txBody>
      </p:sp>
      <p:sp>
        <p:nvSpPr>
          <p:cNvPr id="14" name="矩形 13"/>
          <p:cNvSpPr/>
          <p:nvPr/>
        </p:nvSpPr>
        <p:spPr>
          <a:xfrm>
            <a:off x="2600325" y="5620434"/>
            <a:ext cx="53521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hlinkClick r:id="rId2"/>
              </a:rPr>
              <a:t>https://startbootstrap.com/template/modern-business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831581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4485322" y="405884"/>
            <a:ext cx="29546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5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網站架構</a:t>
            </a:r>
          </a:p>
        </p:txBody>
      </p:sp>
      <p:sp>
        <p:nvSpPr>
          <p:cNvPr id="5" name="矩形 4"/>
          <p:cNvSpPr/>
          <p:nvPr/>
        </p:nvSpPr>
        <p:spPr>
          <a:xfrm>
            <a:off x="1114425" y="2981325"/>
            <a:ext cx="1857375" cy="7810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/>
          <p:cNvSpPr txBox="1"/>
          <p:nvPr/>
        </p:nvSpPr>
        <p:spPr>
          <a:xfrm>
            <a:off x="1309687" y="3048684"/>
            <a:ext cx="1466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目錄</a:t>
            </a:r>
          </a:p>
        </p:txBody>
      </p:sp>
      <p:cxnSp>
        <p:nvCxnSpPr>
          <p:cNvPr id="8" name="直線單箭頭接點 7"/>
          <p:cNvCxnSpPr/>
          <p:nvPr/>
        </p:nvCxnSpPr>
        <p:spPr>
          <a:xfrm flipV="1">
            <a:off x="3195637" y="2172384"/>
            <a:ext cx="781050" cy="87630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/>
          <p:nvPr/>
        </p:nvCxnSpPr>
        <p:spPr>
          <a:xfrm>
            <a:off x="3195637" y="3371849"/>
            <a:ext cx="78105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/>
          <p:cNvCxnSpPr/>
          <p:nvPr/>
        </p:nvCxnSpPr>
        <p:spPr>
          <a:xfrm>
            <a:off x="3195637" y="3552825"/>
            <a:ext cx="781050" cy="83820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4186236" y="1781859"/>
            <a:ext cx="2424114" cy="7810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/>
          <p:cNvSpPr txBox="1"/>
          <p:nvPr/>
        </p:nvSpPr>
        <p:spPr>
          <a:xfrm>
            <a:off x="4210048" y="1902319"/>
            <a:ext cx="2228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遺跡總覽</a:t>
            </a:r>
          </a:p>
        </p:txBody>
      </p:sp>
      <p:sp>
        <p:nvSpPr>
          <p:cNvPr id="18" name="矩形 17"/>
          <p:cNvSpPr/>
          <p:nvPr/>
        </p:nvSpPr>
        <p:spPr>
          <a:xfrm>
            <a:off x="4186234" y="2948195"/>
            <a:ext cx="2424116" cy="7810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/>
          <p:cNvSpPr txBox="1"/>
          <p:nvPr/>
        </p:nvSpPr>
        <p:spPr>
          <a:xfrm>
            <a:off x="4381496" y="3015554"/>
            <a:ext cx="20574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美食總覽</a:t>
            </a:r>
          </a:p>
        </p:txBody>
      </p:sp>
      <p:sp>
        <p:nvSpPr>
          <p:cNvPr id="20" name="矩形 19"/>
          <p:cNvSpPr/>
          <p:nvPr/>
        </p:nvSpPr>
        <p:spPr>
          <a:xfrm>
            <a:off x="4200524" y="4114531"/>
            <a:ext cx="2409826" cy="7810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文字方塊 20"/>
          <p:cNvSpPr txBox="1"/>
          <p:nvPr/>
        </p:nvSpPr>
        <p:spPr>
          <a:xfrm>
            <a:off x="4291010" y="4249250"/>
            <a:ext cx="2214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公園總覽</a:t>
            </a:r>
          </a:p>
        </p:txBody>
      </p:sp>
      <p:cxnSp>
        <p:nvCxnSpPr>
          <p:cNvPr id="23" name="直線單箭頭接點 22"/>
          <p:cNvCxnSpPr/>
          <p:nvPr/>
        </p:nvCxnSpPr>
        <p:spPr>
          <a:xfrm>
            <a:off x="6734174" y="4505056"/>
            <a:ext cx="90487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7970043" y="4181890"/>
            <a:ext cx="2409826" cy="7810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/>
          <p:cNvSpPr txBox="1"/>
          <p:nvPr/>
        </p:nvSpPr>
        <p:spPr>
          <a:xfrm>
            <a:off x="8084343" y="4249249"/>
            <a:ext cx="2214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公園*</a:t>
            </a:r>
            <a:r>
              <a:rPr lang="en-US" altLang="zh-TW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zh-TW" altLang="en-US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直線單箭頭接點 30"/>
          <p:cNvCxnSpPr/>
          <p:nvPr/>
        </p:nvCxnSpPr>
        <p:spPr>
          <a:xfrm>
            <a:off x="6848474" y="3271361"/>
            <a:ext cx="90487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7986712" y="2948195"/>
            <a:ext cx="2409826" cy="7810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/>
          <p:cNvSpPr txBox="1"/>
          <p:nvPr/>
        </p:nvSpPr>
        <p:spPr>
          <a:xfrm>
            <a:off x="7986712" y="3015554"/>
            <a:ext cx="2214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美食*</a:t>
            </a:r>
            <a:r>
              <a:rPr lang="en-US" altLang="zh-TW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zh-TW" altLang="en-US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4" name="直線單箭頭接點 33"/>
          <p:cNvCxnSpPr/>
          <p:nvPr/>
        </p:nvCxnSpPr>
        <p:spPr>
          <a:xfrm>
            <a:off x="6848474" y="2099606"/>
            <a:ext cx="90487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/>
          <p:cNvSpPr/>
          <p:nvPr/>
        </p:nvSpPr>
        <p:spPr>
          <a:xfrm>
            <a:off x="7986712" y="1776440"/>
            <a:ext cx="2409826" cy="7810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文字方塊 35"/>
          <p:cNvSpPr txBox="1"/>
          <p:nvPr/>
        </p:nvSpPr>
        <p:spPr>
          <a:xfrm>
            <a:off x="7986712" y="1843799"/>
            <a:ext cx="2214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遺跡*</a:t>
            </a:r>
            <a:r>
              <a:rPr lang="en-US" altLang="zh-TW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zh-TW" altLang="en-US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7" name="直線單箭頭接點 36"/>
          <p:cNvCxnSpPr/>
          <p:nvPr/>
        </p:nvCxnSpPr>
        <p:spPr>
          <a:xfrm>
            <a:off x="2971800" y="3910220"/>
            <a:ext cx="1214434" cy="227150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4324348" y="5724492"/>
            <a:ext cx="2409826" cy="7810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文字方塊 39"/>
          <p:cNvSpPr txBox="1"/>
          <p:nvPr/>
        </p:nvSpPr>
        <p:spPr>
          <a:xfrm>
            <a:off x="4421979" y="5791850"/>
            <a:ext cx="2214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連絡我</a:t>
            </a:r>
          </a:p>
        </p:txBody>
      </p:sp>
    </p:spTree>
    <p:extLst>
      <p:ext uri="{BB962C8B-B14F-4D97-AF65-F5344CB8AC3E}">
        <p14:creationId xmlns:p14="http://schemas.microsoft.com/office/powerpoint/2010/main" val="501247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3581400" y="2743200"/>
            <a:ext cx="5543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5400" b="1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系統展示</a:t>
            </a:r>
            <a:endParaRPr lang="zh-TW" altLang="en-US" sz="5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47081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91</Words>
  <Application>Microsoft Office PowerPoint</Application>
  <PresentationFormat>寬螢幕</PresentationFormat>
  <Paragraphs>26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永宸 戴</cp:lastModifiedBy>
  <cp:revision>9</cp:revision>
  <dcterms:created xsi:type="dcterms:W3CDTF">2023-06-03T12:08:03Z</dcterms:created>
  <dcterms:modified xsi:type="dcterms:W3CDTF">2026-07-23T02:09:24Z</dcterms:modified>
</cp:coreProperties>
</file>